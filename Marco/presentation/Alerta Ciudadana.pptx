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7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45920" y="653760"/>
            <a:ext cx="4955040" cy="181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79680" y="0"/>
            <a:ext cx="306396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" name="Google Shape;12;p2"/>
          <p:cNvCxnSpPr/>
          <p:nvPr/>
        </p:nvCxnSpPr>
        <p:spPr>
          <a:xfrm>
            <a:off x="450360" y="525240"/>
            <a:ext cx="360" cy="206820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3" name="Google Shape;13;p2"/>
          <p:cNvCxnSpPr/>
          <p:nvPr/>
        </p:nvCxnSpPr>
        <p:spPr>
          <a:xfrm>
            <a:off x="450360" y="3868560"/>
            <a:ext cx="360" cy="65196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0000" y="437040"/>
            <a:ext cx="7998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35960" y="36694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435960" y="23770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36680" y="173088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435960" y="30232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4192920" y="23770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4192920" y="30232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4192920" y="36694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4192920" y="1730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819504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5" name="Google Shape;70;p14"/>
          <p:cNvCxnSpPr/>
          <p:nvPr/>
        </p:nvCxnSpPr>
        <p:spPr>
          <a:xfrm>
            <a:off x="593640" y="464400"/>
            <a:ext cx="360" cy="75600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16" name="Google Shape;71;p14"/>
          <p:cNvCxnSpPr/>
          <p:nvPr/>
        </p:nvCxnSpPr>
        <p:spPr>
          <a:xfrm>
            <a:off x="3100320" y="2306880"/>
            <a:ext cx="360" cy="263772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65804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20000" y="2840760"/>
            <a:ext cx="4658040" cy="199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1" name="Google Shape;76;p15"/>
          <p:cNvCxnSpPr/>
          <p:nvPr/>
        </p:nvCxnSpPr>
        <p:spPr>
          <a:xfrm>
            <a:off x="450360" y="540360"/>
            <a:ext cx="360" cy="125532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22" name="Google Shape;77;p15"/>
          <p:cNvCxnSpPr/>
          <p:nvPr/>
        </p:nvCxnSpPr>
        <p:spPr>
          <a:xfrm>
            <a:off x="450360" y="2873520"/>
            <a:ext cx="360" cy="181656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0000" y="278316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720000" y="147600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title"/>
          </p:nvPr>
        </p:nvSpPr>
        <p:spPr>
          <a:xfrm>
            <a:off x="720000" y="409068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8" name="Google Shape;88;p17"/>
          <p:cNvPicPr/>
          <p:nvPr/>
        </p:nvPicPr>
        <p:blipFill>
          <a:blip r:embed="rId2"/>
          <a:srcRect l="51143" b="-897"/>
          <a:stretch/>
        </p:blipFill>
        <p:spPr>
          <a:xfrm>
            <a:off x="7400160" y="2520"/>
            <a:ext cx="174348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6437160" y="3346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6437160" y="1618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3579480" y="161820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title"/>
          </p:nvPr>
        </p:nvSpPr>
        <p:spPr>
          <a:xfrm>
            <a:off x="3578760" y="3346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title"/>
          </p:nvPr>
        </p:nvSpPr>
        <p:spPr>
          <a:xfrm>
            <a:off x="720000" y="1618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title"/>
          </p:nvPr>
        </p:nvSpPr>
        <p:spPr>
          <a:xfrm>
            <a:off x="720000" y="3346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36800" y="84924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title"/>
          </p:nvPr>
        </p:nvSpPr>
        <p:spPr>
          <a:xfrm>
            <a:off x="4771080" y="2913480"/>
            <a:ext cx="39967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228600"/>
            <a:ext cx="56754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Google Shape;111;p20"/>
          <p:cNvSpPr/>
          <p:nvPr/>
        </p:nvSpPr>
        <p:spPr>
          <a:xfrm>
            <a:off x="6168960" y="3906000"/>
            <a:ext cx="274608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34920" y="1510200"/>
            <a:ext cx="7836120" cy="105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2" name="Google Shape;18;p3"/>
          <p:cNvCxnSpPr/>
          <p:nvPr/>
        </p:nvCxnSpPr>
        <p:spPr>
          <a:xfrm>
            <a:off x="593640" y="671400"/>
            <a:ext cx="360" cy="169992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cxnSp>
        <p:nvCxnSpPr>
          <p:cNvPr id="43" name="Google Shape;19;p3"/>
          <p:cNvCxnSpPr/>
          <p:nvPr/>
        </p:nvCxnSpPr>
        <p:spPr>
          <a:xfrm>
            <a:off x="8771040" y="2924280"/>
            <a:ext cx="360" cy="620640"/>
          </a:xfrm>
          <a:prstGeom prst="straightConnector1">
            <a:avLst/>
          </a:prstGeom>
          <a:ln w="19050">
            <a:solidFill>
              <a:srgbClr val="707070"/>
            </a:solidFill>
            <a:round/>
          </a:ln>
        </p:spPr>
      </p:cxn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0" y="4252680"/>
            <a:ext cx="9143640" cy="89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113;p21"/>
          <p:cNvCxnSpPr/>
          <p:nvPr/>
        </p:nvCxnSpPr>
        <p:spPr>
          <a:xfrm>
            <a:off x="275760" y="290520"/>
            <a:ext cx="360" cy="4453560"/>
          </a:xfrm>
          <a:prstGeom prst="straightConnector1">
            <a:avLst/>
          </a:prstGeom>
          <a:ln w="9525">
            <a:solidFill>
              <a:srgbClr val="707070"/>
            </a:solidFill>
            <a:round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20000" y="1087200"/>
            <a:ext cx="770364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228600" y="4549680"/>
            <a:ext cx="3658320" cy="3650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20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23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43040" y="657360"/>
            <a:ext cx="4952520" cy="180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Alerta Ciudadana</a:t>
            </a:r>
            <a:endParaRPr lang="fr-FR" sz="5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809640" y="4486140"/>
            <a:ext cx="4885920" cy="45914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Mejorando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comunicación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entre ciudadanos 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autoridades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64" name="Google Shape;132;p27"/>
          <p:cNvPicPr/>
          <p:nvPr/>
        </p:nvPicPr>
        <p:blipFill>
          <a:blip r:embed="rId2"/>
          <a:srcRect l="10360" r="10360"/>
          <a:stretch/>
        </p:blipFill>
        <p:spPr>
          <a:xfrm>
            <a:off x="6079680" y="0"/>
            <a:ext cx="306396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2">
            <a:extLst>
              <a:ext uri="{FF2B5EF4-FFF2-40B4-BE49-F238E27FC236}">
                <a16:creationId xmlns:a16="http://schemas.microsoft.com/office/drawing/2014/main" id="{A2B83641-8473-4998-A214-ADCE0D251030}"/>
              </a:ext>
            </a:extLst>
          </p:cNvPr>
          <p:cNvSpPr txBox="1">
            <a:spLocks/>
          </p:cNvSpPr>
          <p:nvPr/>
        </p:nvSpPr>
        <p:spPr>
          <a:xfrm>
            <a:off x="809640" y="2466719"/>
            <a:ext cx="4885920" cy="12876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Equipo</a:t>
            </a:r>
            <a:r>
              <a:rPr lang="en-US" sz="1400" dirty="0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Desarrollador</a:t>
            </a:r>
            <a:r>
              <a:rPr lang="en-US" sz="1400" dirty="0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dirty="0">
              <a:solidFill>
                <a:schemeClr val="dk1"/>
              </a:solidFill>
              <a:latin typeface="Arial" panose="020B0604020202020204" pitchFamily="34" charset="0"/>
              <a:ea typeface="DM Sans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Esaú</a:t>
            </a:r>
            <a:r>
              <a:rPr lang="en-US" sz="1400" dirty="0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Vargas Álvarez.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Jose Daniel </a:t>
            </a:r>
            <a:r>
              <a:rPr lang="en-US" sz="1400" dirty="0" err="1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loza</a:t>
            </a:r>
            <a:r>
              <a:rPr lang="en-US" sz="1400" dirty="0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Marín. 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Griselda Cabrera Franco. 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Luis Abdiel Rivera </a:t>
            </a:r>
            <a:r>
              <a:rPr lang="en-US" sz="1400" dirty="0" err="1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Gayosso</a:t>
            </a:r>
            <a:endParaRPr lang="en-US" sz="1400" dirty="0">
              <a:solidFill>
                <a:schemeClr val="dk1"/>
              </a:solidFill>
              <a:latin typeface="Arial" panose="020B0604020202020204" pitchFamily="34" charset="0"/>
              <a:ea typeface="DM Sans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Jareni</a:t>
            </a:r>
            <a:r>
              <a:rPr lang="en-US" sz="1400" dirty="0">
                <a:solidFill>
                  <a:schemeClr val="dk1"/>
                </a:solidFill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Gómez Juan</a:t>
            </a:r>
            <a:endParaRPr lang="en-US" sz="1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170;p30"/>
          <p:cNvPicPr/>
          <p:nvPr/>
        </p:nvPicPr>
        <p:blipFill>
          <a:blip r:embed="rId2"/>
          <a:srcRect l="5561" r="5571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46573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Introducción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723960" y="2838600"/>
            <a:ext cx="4657320" cy="199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El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sistema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"Alerta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Ciudadana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"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busca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establecer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una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conexión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efectiva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entre los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ciudadanos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las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autoridades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 Este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proyecto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tiene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como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finalidad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mejorar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seguridad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la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comunicación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en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situaciones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emergencia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,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promoviendo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una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interacción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más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eficiente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que facilite la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atención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incidentes y la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verificación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información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en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tiempo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real.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819108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Explicación del sistema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3352680" y="1571760"/>
            <a:ext cx="5562360" cy="334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"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Alerta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Ciudadana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" es una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plataforma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digital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diseñada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para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facilitar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reporte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incidentes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comunidad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Su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operación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se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basa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geolocalización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integración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herramientas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comunicación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que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permiten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a los ciudadanos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informar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sobre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emergencias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manera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rápida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confiable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658522" y="447840"/>
            <a:ext cx="3256518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u="none" strike="noStrike" dirty="0" err="1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Propósito</a:t>
            </a:r>
            <a:r>
              <a:rPr lang="fr-FR" sz="26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 </a:t>
            </a:r>
            <a:r>
              <a:rPr lang="fr-FR" sz="2600" b="0" u="none" strike="noStrike" dirty="0" err="1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general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3550024" y="1571760"/>
            <a:ext cx="5365016" cy="334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El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objetivo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principal de "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Alerta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Ciudadana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" es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fortalecer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seguridad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comunicación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entre la población y las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autoridades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 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través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esta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herramienta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, se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busca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crear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un canal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efectivo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que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permita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notificación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eventos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críticos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asegurando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que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respuesta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las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autoridades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sea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oportuna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adecuada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a las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necesidades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comunidad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BFB015-7814-4A34-A49B-2EDAC25DE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493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933480" y="1514520"/>
            <a:ext cx="78386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Planteamiento del Problema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title"/>
          </p:nvPr>
        </p:nvSpPr>
        <p:spPr>
          <a:xfrm>
            <a:off x="723960" y="44784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819108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Canales de comunicación ineficientes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3352680" y="1571760"/>
            <a:ext cx="5562360" cy="334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falta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canales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comunicación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eficaces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entre ciudadanos 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autoridades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crea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un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vacío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crítico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gestión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emergencias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Esto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resulta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demoras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atención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respuestas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inadecuadas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ante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situaciones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que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requieren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acción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inmediata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agravando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los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riesgos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para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seguridad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pública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70;p30"/>
          <p:cNvPicPr/>
          <p:nvPr/>
        </p:nvPicPr>
        <p:blipFill>
          <a:blip r:embed="rId2"/>
          <a:srcRect l="5561" r="5571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46573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Emergencias y respuesta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723960" y="2838600"/>
            <a:ext cx="4657320" cy="199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El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sistema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actual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enfrenta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serias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limitaciones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en la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gestión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emergencias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 Los reportes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suelen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ser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tardíos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o no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alcanzan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a las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autoridades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competentes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, lo que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puede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resultar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en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pérdidas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tiempo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valiosos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Esto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subraya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necesidad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urgente de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una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herramienta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que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optimice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conexión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entre los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reportantes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los responsables de la </a:t>
            </a:r>
            <a:r>
              <a:rPr lang="fr-FR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respuesta</a:t>
            </a:r>
            <a:r>
              <a:rPr lang="fr-FR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819108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Información falsa en redes sociales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3352680" y="1571760"/>
            <a:ext cx="5562360" cy="334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proliferación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información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incorrecta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o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insuficiente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redes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sociales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contribuye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a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confusión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desconfianza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entre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ciudadanía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Esto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puede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llevar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decisiones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erróneas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complicar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capacidad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respuesta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ante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emergencias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 Un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mecanismo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verificación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información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es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esencial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para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contrarrestar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esta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problemática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819108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Conclusiones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3352680" y="1571760"/>
            <a:ext cx="5562360" cy="334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implementación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"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Alerta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Ciudadana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" no solo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proporciona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una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solución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eficiente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para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comunicación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situaciones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emergencia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sino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que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también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promueve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un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entorno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más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seguro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al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permitir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verificación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información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agilizar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respuesta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las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autoridades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Esta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plataforma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tiene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potencial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transformar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la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manera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que los ciudadanos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interactúan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con los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organismos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seguridad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fomentando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una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comunidad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más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informada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 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unida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ea typeface="DM Sans"/>
                <a:cs typeface="Arial" panose="020B0604020202020204" pitchFamily="34" charset="0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ret Service by Slidesgo">
  <a:themeElements>
    <a:clrScheme name="Simple Light">
      <a:dk1>
        <a:srgbClr val="FFFFFF"/>
      </a:dk1>
      <a:lt1>
        <a:srgbClr val="000000"/>
      </a:lt1>
      <a:dk2>
        <a:srgbClr val="70707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438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DM Sans</vt:lpstr>
      <vt:lpstr>Inter</vt:lpstr>
      <vt:lpstr>OpenSymbol</vt:lpstr>
      <vt:lpstr>Symbol</vt:lpstr>
      <vt:lpstr>Wingdings</vt:lpstr>
      <vt:lpstr>Secret Service by Slidesgo</vt:lpstr>
      <vt:lpstr>Slidesgo Final Pages</vt:lpstr>
      <vt:lpstr>Alerta Ciudadana</vt:lpstr>
      <vt:lpstr>Introducción</vt:lpstr>
      <vt:lpstr>Explicación del sistema</vt:lpstr>
      <vt:lpstr>Propósito general</vt:lpstr>
      <vt:lpstr>Planteamiento del Problema</vt:lpstr>
      <vt:lpstr>Canales de comunicación ineficientes</vt:lpstr>
      <vt:lpstr>Emergencias y respuesta</vt:lpstr>
      <vt:lpstr>Información falsa en redes sociales</vt:lpstr>
      <vt:lpstr>Conclusiones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Alerta Ciudadana</dc:title>
  <dc:creator>Griselda</dc:creator>
  <cp:lastModifiedBy>griselda cabrera franco</cp:lastModifiedBy>
  <cp:revision>2</cp:revision>
  <dcterms:modified xsi:type="dcterms:W3CDTF">2025-08-19T02:06:00Z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2025-08-19T01:51:15Z</dcterms:created>
  <dc:creator>Unknown Creator</dc:creator>
  <dc:description/>
  <dc:language>en-US</dc:language>
  <cp:lastModifiedBy>Unknown Creator</cp:lastModifiedBy>
  <dcterms:modified xsi:type="dcterms:W3CDTF">2025-08-19T01:51:15Z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